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91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0" cy="347472"/>
          </a:xfrm>
          <a:prstGeom prst="line">
            <a:avLst/>
          </a:prstGeom>
          <a:noFill/>
          <a:ln w="2794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9EFF6"/>
          </a:solidFill>
          <a:ln w="12700">
            <a:solidFill>
              <a:srgbClr val="E9EF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481328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Social con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 Invertido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96112" y="3063240"/>
            <a:ext cx="1143000" cy="0"/>
          </a:xfrm>
          <a:prstGeom prst="line">
            <a:avLst/>
          </a:prstGeom>
          <a:noFill/>
          <a:ln w="381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96112" y="3337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ICI313 · Estructuras de Datos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Universidad de Valparaíso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23444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24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818120" y="1600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A7A"/>
                </a:solidFill>
              </a:rPr>
              <a:t>término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6404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A7A"/>
                </a:solidFill>
              </a:rPr>
              <a:t>posts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03120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891272" y="216712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A7A"/>
                </a:solidFill>
              </a:rPr>
              <a:t>python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052560" y="2258568"/>
            <a:ext cx="41148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9619488" y="210312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9692640" y="2167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104120" y="210312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0177272" y="2167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18120" y="2743200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891272" y="280720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A7A"/>
                </a:solidFill>
              </a:rPr>
              <a:t>reddit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52560" y="2898648"/>
            <a:ext cx="41148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619488" y="274320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9692640" y="28072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04120" y="274320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0177272" y="28072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18120" y="3383280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891272" y="344728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A7A"/>
                </a:solidFill>
              </a:rPr>
              <a:t>datos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52560" y="3538728"/>
            <a:ext cx="41148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619488" y="338328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692640" y="3447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04120" y="3383280"/>
            <a:ext cx="420624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10177272" y="3447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P5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095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Proyecto semestral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Proyecto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14400" y="14904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Qué se implementó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488289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Una base simple de red social que carga usuarios, posts y relaciones desde CSV, construyendo índices invertidos en memoria para consultar datos sin recorrer todo desde cero.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28232" y="14904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Dataset elegido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892808"/>
            <a:ext cx="488289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Pushshift Reddit Dataset (Kaggle). Se adaptó a archivos limpios: usuarios.csv, posts.csv y relaciones.csv.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73075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Búsqueda de posts por término / palabra clave.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422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Búsqueda de contactos por usuario.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55371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143000" y="4480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Filtrado de stopwords antes de indexar y consultar.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96519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143000" y="4892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Uso de listas enlazadas propias para guardar los resultados.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703320"/>
            <a:ext cx="4343400" cy="1325880"/>
          </a:xfrm>
          <a:prstGeom prst="roundRect">
            <a:avLst>
              <a:gd name="adj" fmla="val 34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739128" y="3867912"/>
            <a:ext cx="3941064" cy="996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termino  -&gt; ListaPosts enlazada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 -&gt; ListaUsuarios enlazada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  -&gt; likes simbolicos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96112" y="158191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A7A"/>
                </a:solidFill>
              </a:rPr>
              <a:t>listas.py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29169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Nodos y listas enlazadas hechas a mano.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Incluye listas para términos, posts, usuarios y likes.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645152" y="158191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A7A"/>
                </a:solidFill>
              </a:rPr>
              <a:t>indices.py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1984248"/>
            <a:ext cx="29169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Maneja el filtro de stopwords y los dos índices principales del sistema.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394192" y="158191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A7A"/>
                </a:solidFill>
              </a:rPr>
              <a:t>red_social.py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94192" y="1984248"/>
            <a:ext cx="29169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Carga archivos, construye índices y muestra el menú interactivo para la demo.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2788920"/>
            <a:ext cx="36576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818120" y="2788920"/>
            <a:ext cx="36576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B5C"/>
                </a:solidFill>
              </a:rPr>
              <a:t>La separación por archivos deja el proyecto más ordenado y fácil de explicar.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Listas Enlazadas Propias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841248" y="149047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69848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crean nodos propios con dato y referencia al siguiente nodo.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94767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69848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La inserción se hace al inicio de la lista usando head.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40487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069848" y="2331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El tamaño se actualiza con cada inserción válida.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86207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69848" y="2788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evitan duplicados en términos, posts, usuarios y likes.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315200" y="19933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A7A"/>
                </a:solidFill>
              </a:rPr>
              <a:t>Nodo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94192" y="2167128"/>
            <a:ext cx="310896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732520" y="182880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732520" y="19933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A7A"/>
                </a:solidFill>
              </a:rPr>
              <a:t>Nodo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11512" y="2167128"/>
            <a:ext cx="310896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0149840" y="182880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0149840" y="19933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A7A"/>
                </a:solidFill>
              </a:rPr>
              <a:t>Nodo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011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2167128"/>
            <a:ext cx="21031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400800" y="315468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601968" y="3319272"/>
            <a:ext cx="3895344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nuevo.siguiente = self.head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self.head = nuevo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self.tamaño = self.tamaño + 1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En Python se trabaja con referencias entre objetos, no con punteros como en C.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 Invertido de Posts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77824" y="139903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Idea principal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1801368"/>
            <a:ext cx="35112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Cada término del vocabulario apunta a una ListaPosts enlazada con los posts donde aparece.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657600" cy="1508760"/>
          </a:xfrm>
          <a:prstGeom prst="roundRect">
            <a:avLst>
              <a:gd name="adj" fmla="val 3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024128" y="3044952"/>
            <a:ext cx="3255264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-&gt; Post 12 -&gt; Post 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"reddit" -&gt; Post 5  -&gt; Post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"datos"  -&gt; Post 9  -&gt; Post 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A7A"/>
                </a:solidFill>
              </a:rPr>
              <a:t>Búsqueda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1691640"/>
            <a:ext cx="105156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559552" y="17556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A7A"/>
                </a:solidFill>
              </a:rPr>
              <a:t>término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20840" y="1847088"/>
            <a:ext cx="59436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525512" y="175564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diccionario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0" y="1847088"/>
            <a:ext cx="59436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9692640" y="169164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AF1F8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765792" y="175564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D63"/>
                </a:solidFill>
              </a:rPr>
              <a:t>ListaPosts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2743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650992" y="2907792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Por qué sirve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50992" y="3310128"/>
            <a:ext cx="49286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No se recorren todos los posts en cada consulta. Primero se accede al término y luego se recorren solo los resultados encontrados.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 de Usuarios y Contactos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41832" y="144475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Estructura usada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1832" y="1847088"/>
            <a:ext cx="433425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Cada username funciona como clave, y el valor asociado es una ListaUsuarios enlazada con sus contactos.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343400" cy="137160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069848" y="3044952"/>
            <a:ext cx="3941064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"spez"      -&gt; contacto1 -&gt; contacto2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"karmanaut" -&gt; contacto3 -&gt; contacto4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   -&gt; ListaUsuarios()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565392" y="1399032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Adaptación de Reddit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5392" y="1801368"/>
            <a:ext cx="41970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Reddit no trae amigos directos como Facebook, por eso los contactos se modelan desde interacciones o co-participación.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9992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Se evitan relaciones con el mismo usuario.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41071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766560" y="3337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Se agregan relaciones en ambos sentidos.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82219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766560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Los contactos quedan en listas enlazadas propias.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96112" y="139903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1. Dataset original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96112" y="1801368"/>
            <a:ext cx="2505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Archivo de Reddit obtenido desde Kaggle.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782312" y="139903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2. Preprocesamiento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2312" y="1801368"/>
            <a:ext cx="2505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Se limpian textos y se separan entidades importantes.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12344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668512" y="139903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3. CSV finales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68512" y="1801368"/>
            <a:ext cx="2505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El sistema principal usa archivos más simples.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96012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498080" y="1828800"/>
            <a:ext cx="96012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1005840" y="3154680"/>
            <a:ext cx="3017520" cy="1280160"/>
          </a:xfrm>
          <a:prstGeom prst="roundRect">
            <a:avLst>
              <a:gd name="adj" fmla="val 3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207008" y="3319272"/>
            <a:ext cx="2615184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reddit_dataset.csv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preprocesar_reddit.py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154680"/>
            <a:ext cx="3017520" cy="1280160"/>
          </a:xfrm>
          <a:prstGeom prst="roundRect">
            <a:avLst>
              <a:gd name="adj" fmla="val 3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773168" y="3319272"/>
            <a:ext cx="2615184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relaciones.csv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017520" cy="1280160"/>
          </a:xfrm>
          <a:prstGeom prst="roundRect">
            <a:avLst>
              <a:gd name="adj" fmla="val 3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339328" y="3319272"/>
            <a:ext cx="2615184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red_social.py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 datos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construye índices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El preprocesamiento no reemplaza las estructuras: solo deja los datos más limpios para cargarlos después.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Carga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50392" y="203911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Inicialización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2441448"/>
            <a:ext cx="1911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447"/>
                </a:solidFill>
              </a:rPr>
              <a:t>Carga de stopwords y creación del sistema.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2852928"/>
            <a:ext cx="50292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730752" y="203911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Entidades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30752" y="2441448"/>
            <a:ext cx="1911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447"/>
                </a:solidFill>
              </a:rPr>
              <a:t>Carga de usuarios y posts desde CSV.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2852928"/>
            <a:ext cx="50292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611112" y="203911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Relaciones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1112" y="2441448"/>
            <a:ext cx="1911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447"/>
                </a:solidFill>
              </a:rPr>
              <a:t>Construcción de contactos entre usuarios.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2852928"/>
            <a:ext cx="502920" cy="0"/>
          </a:xfrm>
          <a:prstGeom prst="line">
            <a:avLst/>
          </a:prstGeom>
          <a:noFill/>
          <a:ln w="25400">
            <a:solidFill>
              <a:srgbClr val="1E60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9326880" y="187452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491472" y="203911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Indexación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91472" y="2441448"/>
            <a:ext cx="1911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447"/>
                </a:solidFill>
              </a:rPr>
              <a:t>Generación final de índices invertidos.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4617720"/>
            <a:ext cx="10058400" cy="731520"/>
          </a:xfrm>
          <a:prstGeom prst="roundRect">
            <a:avLst>
              <a:gd name="adj" fmla="val 6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161288" y="4782312"/>
            <a:ext cx="96560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cargar_stopwords() -&gt; cargar_usuarios() -&gt; cargar_posts() -&gt; cargar_relaciones() -&gt; construir_indices()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Limpieza, Stopwords e Indexación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868680" y="13990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transforma el texto a minúsculas.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562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limpian signos y caracteres que no aportan al término.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3134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eliminan stopwords como artículos, conectores y palabras muy comunes.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7706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Se descartan palabras muy cortas y números solos.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2278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447"/>
                </a:solidFill>
              </a:rPr>
              <a:t>Cada término válido se inserta en el índice una sola vez por post.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4206240" cy="2103120"/>
          </a:xfrm>
          <a:prstGeom prst="roundRect">
            <a:avLst>
              <a:gd name="adj" fmla="val 21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601968" y="1581912"/>
            <a:ext cx="3803904" cy="1773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del post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limpiar_palabra()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revisar stopwords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ListaTerminos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indice_posts.insertar()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565392" y="414223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Resultado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5392" y="4544568"/>
            <a:ext cx="3877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Un vocabulario más limpio y búsquedas menos ruidosas.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 y Búsquedas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029200" cy="2926080"/>
          </a:xfrm>
          <a:prstGeom prst="roundRect">
            <a:avLst>
              <a:gd name="adj" fmla="val 156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24128" y="1399032"/>
            <a:ext cx="4626864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RED SOCIAL - INDICE INVERTIDO =====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Buscar posts por termino / palabra clave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Buscar usuario y mostrar contactos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Mostrar algunos posts cargados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Mostrar resumen de carga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Salir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565392" y="1399032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Qué blinda el menú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5392" y="1801368"/>
            <a:ext cx="4151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Permite demostrar todas las estructuras sin cerrar el programa si una búsqueda no tiene resultados.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299923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720840" y="2926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Posts por término: término → ListaPosts.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41071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720840" y="3337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Usuario y contactos: usuario → ListaUsuarios.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82219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720840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Resumen: usuarios, posts, relaciones, stopwords y términos.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4233672"/>
            <a:ext cx="118872" cy="118872"/>
          </a:xfrm>
          <a:prstGeom prst="ellipse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20840" y="4160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Muestra de posts: evidencia que los posts sí están cargados.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Clases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41832" y="13990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Clase Usuario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1832" y="1801368"/>
            <a:ext cx="31455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Atributos: user_id, username, karma.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Contactos: ListaUsuarios enlazada.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736592" y="13990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Clase Post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6592" y="1801368"/>
            <a:ext cx="31455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Atributos: post_id, username, texto, score.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Colecciones: ListaTerminos y ListaLikes.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66760" y="123444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531352" y="1399032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FiltroStopwords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31352" y="1801368"/>
            <a:ext cx="25511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Guarda stopwords, limpia palabras y filtra términos válidos.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7033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124712" y="386791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IndiceInvertidoPosts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4712" y="4270248"/>
            <a:ext cx="442569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Diccionario donde cada término apunta a una ListaPosts enlazada.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565392" y="386791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IndiceInvertidoUsuarios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5392" y="4270248"/>
            <a:ext cx="442569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Diccionario donde cada usuario apunta a una ListaUsuarios enlazada de contactos.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Complejidad y Estadísticas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874520" cy="438912"/>
          </a:xfrm>
          <a:prstGeom prst="rect">
            <a:avLst/>
          </a:prstGeom>
          <a:solidFill>
            <a:srgbClr val="0B4A7A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40664" y="126187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600200" cy="438912"/>
          </a:xfrm>
          <a:prstGeom prst="rect">
            <a:avLst/>
          </a:prstGeom>
          <a:solidFill>
            <a:srgbClr val="0B4A7A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615184" y="12618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Complejidad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60520" y="1143000"/>
            <a:ext cx="2971800" cy="438912"/>
          </a:xfrm>
          <a:prstGeom prst="rect">
            <a:avLst/>
          </a:prstGeom>
          <a:solidFill>
            <a:srgbClr val="0B4A7A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215384" y="1261872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Comentario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81912"/>
            <a:ext cx="1874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40664" y="170078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Lookup de término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2560320" y="1581912"/>
            <a:ext cx="1600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615184" y="1700784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O(1) promedio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4160520" y="1581912"/>
            <a:ext cx="2971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215384" y="170078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Acceso por diccionario del índice.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685800" y="2020824"/>
            <a:ext cx="1874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40664" y="213969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Recorrer resultados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2560320" y="2020824"/>
            <a:ext cx="1600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2615184" y="2139696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O(k)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160520" y="2020824"/>
            <a:ext cx="2971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215384" y="2139696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Depende de los posts encontrados.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685800" y="2459736"/>
            <a:ext cx="1874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40664" y="25786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Construir índice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2560320" y="2459736"/>
            <a:ext cx="1600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615184" y="2578608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O(total términos)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160520" y="2459736"/>
            <a:ext cx="2971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215384" y="2578608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Costo inicial al cargar e indexar.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685800" y="2898648"/>
            <a:ext cx="1874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740664" y="30175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Búsqueda lineal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2560320" y="2898648"/>
            <a:ext cx="1600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615184" y="301752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evitada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4160520" y="2898648"/>
            <a:ext cx="2971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215384" y="301752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43447"/>
                </a:solidFill>
              </a:rPr>
              <a:t>No se recorren todos los posts por consulta.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7543800" y="11430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7708392" y="130759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A7A"/>
                </a:solidFill>
              </a:rPr>
              <a:t>30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708392" y="1709928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43447"/>
                </a:solidFill>
              </a:rPr>
              <a:t>Usuarios cargados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35440" y="11430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9400032" y="130759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A7A"/>
                </a:solidFill>
              </a:rPr>
              <a:t>50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9400032" y="1709928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43447"/>
                </a:solidFill>
              </a:rPr>
              <a:t>Posts cargados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43800" y="27889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7708392" y="295351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A7A"/>
                </a:solidFill>
              </a:rPr>
              <a:t>64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708392" y="3355848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43447"/>
                </a:solidFill>
              </a:rPr>
              <a:t>Relaciones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35440" y="27889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9400032" y="2953512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A7A"/>
                </a:solidFill>
              </a:rPr>
              <a:t>304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9400032" y="3355848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43447"/>
                </a:solidFill>
              </a:rPr>
              <a:t>Términos indexados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" y="53949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Los límites de carga no hacen la memoria estática: solo controlan la cantidad leída del dataset.</a:t>
            </a:r>
            <a:endParaRPr lang="en-US" sz="12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1A5B11BA-A952-D4E6-611F-57A53B799F8D}"/>
              </a:ext>
            </a:extLst>
          </p:cNvPr>
          <p:cNvSpPr/>
          <p:nvPr/>
        </p:nvSpPr>
        <p:spPr>
          <a:xfrm>
            <a:off x="8419640" y="4197096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r>
              <a:rPr lang="en-US" sz="3000" b="1" dirty="0">
                <a:solidFill>
                  <a:srgbClr val="0B4A7A"/>
                </a:solidFill>
              </a:rPr>
              <a:t>111</a:t>
            </a:r>
            <a:endParaRPr lang="en-US" sz="3000" dirty="0"/>
          </a:p>
          <a:p>
            <a:endParaRPr lang="en-US" sz="900" dirty="0">
              <a:solidFill>
                <a:srgbClr val="243447"/>
              </a:solidFill>
            </a:endParaRPr>
          </a:p>
          <a:p>
            <a:r>
              <a:rPr lang="en-US" sz="900" dirty="0" err="1">
                <a:solidFill>
                  <a:srgbClr val="243447"/>
                </a:solidFill>
              </a:rPr>
              <a:t>Stopwords</a:t>
            </a:r>
            <a:r>
              <a:rPr lang="en-US" sz="900" dirty="0">
                <a:solidFill>
                  <a:srgbClr val="243447"/>
                </a:solidFill>
              </a:rPr>
              <a:t> </a:t>
            </a:r>
            <a:endParaRPr lang="es-CL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y Cierre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6"/>
                </a:solidFill>
              </a:rPr>
              <a:t>ICI313 · Estructuras de Datos · Universidad de Valparaíso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41832" y="135331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Adaptaciones importantes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1832" y="1755648"/>
            <a:ext cx="47914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Reddit no entrega amigos directos ni usuarios que dieron cada voto, por eso se modelan contactos desde interacciones y likes simbólicos desde el score.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565392" y="135331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A7A"/>
                </a:solidFill>
              </a:rPr>
              <a:t>Orden de la demo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5392" y="1755648"/>
            <a:ext cx="4425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1) Resumen de carga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2) Mostrar posts cargados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3) Buscar término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4) Buscar usuario/contactos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447"/>
                </a:solidFill>
              </a:rPr>
              <a:t>5) Salir del sistema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4846320" cy="1463040"/>
          </a:xfrm>
          <a:prstGeom prst="roundRect">
            <a:avLst>
              <a:gd name="adj" fmla="val 31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69848" y="3227832"/>
            <a:ext cx="4443984" cy="1133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Diccionario = mapa del índice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= lista enlazada propia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Nodos creados en ejecución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3246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4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¿Preguntas?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1463040" cy="0"/>
          </a:xfrm>
          <a:prstGeom prst="line">
            <a:avLst/>
          </a:prstGeom>
          <a:noFill/>
          <a:ln w="381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903720" y="4407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Proyecto semestral · ICI313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1193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de Valparaíso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Social con Índice Invertido</dc:title>
  <dc:subject>Red Social con Índice Invertido</dc:subject>
  <dc:creator>Equipo proyecto índice invertido</dc:creator>
  <cp:lastModifiedBy>Francisco Villagran Madrid</cp:lastModifiedBy>
  <cp:revision>2</cp:revision>
  <dcterms:created xsi:type="dcterms:W3CDTF">2026-05-27T02:56:48Z</dcterms:created>
  <dcterms:modified xsi:type="dcterms:W3CDTF">2026-05-27T03:06:25Z</dcterms:modified>
</cp:coreProperties>
</file>